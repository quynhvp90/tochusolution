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ED73-E5CB-010E-0BC0-CF976D62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7A7E9-241C-F969-E79A-6268F1489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9EFB5-4BAC-97BA-5070-4F8AF667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BC9D-B40B-9312-543A-6859BE93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2042-45BE-BD95-566B-0D541C75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6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AB1F-0593-A76D-9337-D2A0FC5D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092D-F47D-D6D5-A676-BE3AB8BA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53B1-02A3-CF05-5583-41195ACA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AB78-8A63-6445-71D6-0A7E46A0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21669-C380-4CE8-8FE3-7816367D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1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FD1B-6413-50D0-E1F4-95006235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609D1-4941-8AC6-34B2-5C5BC1CAA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6332E-EBD7-7AC3-ED70-34741CE1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394B-9943-4220-BCD6-BF638FAC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D455B-FA15-1087-FDED-EE497191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4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6F9B-4E5D-8E37-885A-838A5258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6258-F192-2357-1276-A4F808E7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25365-7E7B-A8A4-1A82-D638C6D64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6FC07-3B7A-A2C5-84C6-3754A298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A4098-47DC-ACD4-A4CE-1B421A7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352AA-81B1-4099-32D0-001E36C5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AFA5-5F14-2505-41A3-96D4105E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42E72-0390-AF5D-1A03-BB5F5BDA6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B2D6F-18E2-4B41-3EDA-221141145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D08BA-9464-40E6-EA1C-E203781A3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6D110-B612-4994-E6FD-633539B4E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CE5A9-D8BB-057B-B215-4BAFF9973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F83D0-A01C-579D-BC56-47FA6EB9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6D30C-8369-0F1E-2847-B8FC4537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8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75CB-3828-4471-8E29-94B86797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B3666-AE0B-57CF-830A-9108E5C1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841EA-4A16-6ED9-0AE3-9F3611B8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083EB-7583-2C5E-C032-E21F43C1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1FDC6-3533-F569-2420-96B94337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8EF1C-2711-D5F2-2290-57C91568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A806-5CEC-7B04-571C-07421B30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8769-8916-16D6-5B0A-55B4430F9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4623-CC60-E06B-A9DB-A72BD86E4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C7A5F-E4E4-0CCE-1C72-7FFC5C782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F5805-6AD5-5192-B03F-6957F229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EBD3-FA66-F455-C6CE-FD3923E1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21B9D-3F1B-7783-C1DE-8A7392B8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3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D0EF-8552-07F8-8D08-AF12C906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C1DF9-0BA1-047C-DB19-F6773E7C4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F2657-3356-81CD-F23C-A2BFE0A7A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D3A30-98DE-BEE4-6AC4-74A3E90C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3D46F-F4FC-8985-CD50-5312D180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227D4-0AEC-70B0-2334-2F4B391D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4A4D-0474-8356-1769-D9F5D72E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2DD95-6FF5-AB76-52A4-E693A3CDD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B8658-EC31-BB06-87B4-13C75A32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BD17E-EFAB-B5E9-6C32-3AF86F36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37EC-809F-A103-1F5A-C30C2128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62079-EE4A-CB7B-394B-DEA14DE1B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0241C-B375-04DF-F0B7-BAA3A6E8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C9DE-E465-6B59-EBBD-7478BED3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9862-A51C-2E96-6D50-E4BD0650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D1174-9240-5C1E-5420-31BF0357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BAFE8-EEE7-B06D-3034-3460C830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2307-8D8B-DD89-3CD7-847B5A55D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186-B85B-7E05-B15A-F60F0FF2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58D69-14C2-46C3-8DFE-134A2CAE84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985C-FE80-9DFF-C805-0C79A241C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2AA9-5197-7144-4F52-EE8FE67F6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4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A42D34-0FE2-60E7-12DD-FEBAB65F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698" y="412320"/>
            <a:ext cx="4923809" cy="18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8D8E23-3F4F-BE53-F84A-290621AB5607}"/>
              </a:ext>
            </a:extLst>
          </p:cNvPr>
          <p:cNvSpPr txBox="1"/>
          <p:nvPr/>
        </p:nvSpPr>
        <p:spPr>
          <a:xfrm>
            <a:off x="791570" y="859809"/>
            <a:ext cx="2893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PRINTDT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SI_SENOUDaTa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2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Quỳnh Hữu</dc:creator>
  <cp:lastModifiedBy>Quỳnh Hữu</cp:lastModifiedBy>
  <cp:revision>2</cp:revision>
  <dcterms:created xsi:type="dcterms:W3CDTF">2026-04-23T08:26:03Z</dcterms:created>
  <dcterms:modified xsi:type="dcterms:W3CDTF">2026-05-07T06:58:19Z</dcterms:modified>
</cp:coreProperties>
</file>