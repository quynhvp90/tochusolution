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ED73-E5CB-010E-0BC0-CF976D62C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7A7E9-241C-F969-E79A-6268F1489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9EFB5-4BAC-97BA-5070-4F8AF667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7BC9D-B40B-9312-543A-6859BE93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42042-45BE-BD95-566B-0D541C75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61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AB1F-0593-A76D-9337-D2A0FC5D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092D-F47D-D6D5-A676-BE3AB8BAF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E53B1-02A3-CF05-5583-41195ACA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2AB78-8A63-6445-71D6-0A7E46A0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21669-C380-4CE8-8FE3-7816367D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1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6FD1B-6413-50D0-E1F4-95006235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609D1-4941-8AC6-34B2-5C5BC1CAA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6332E-EBD7-7AC3-ED70-34741CE1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C394B-9943-4220-BCD6-BF638FACE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D455B-FA15-1087-FDED-EE497191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4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6F9B-4E5D-8E37-885A-838A5258D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6258-F192-2357-1276-A4F808E7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25365-7E7B-A8A4-1A82-D638C6D64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6FC07-3B7A-A2C5-84C6-3754A298A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A4098-47DC-ACD4-A4CE-1B421A79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352AA-81B1-4099-32D0-001E36C51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2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AFA5-5F14-2505-41A3-96D4105E0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42E72-0390-AF5D-1A03-BB5F5BDA6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B2D6F-18E2-4B41-3EDA-221141145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D08BA-9464-40E6-EA1C-E203781A3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6D110-B612-4994-E6FD-633539B4E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6CE5A9-D8BB-057B-B215-4BAFF9973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F83D0-A01C-579D-BC56-47FA6EB9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06D30C-8369-0F1E-2847-B8FC4537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8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75CB-3828-4471-8E29-94B867978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B3666-AE0B-57CF-830A-9108E5C15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A841EA-4A16-6ED9-0AE3-9F3611B85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083EB-7583-2C5E-C032-E21F43C1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4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1FDC6-3533-F569-2420-96B943378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8EF1C-2711-D5F2-2290-57C91568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6A806-5CEC-7B04-571C-07421B30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50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8769-8916-16D6-5B0A-55B4430F9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84623-CC60-E06B-A9DB-A72BD86E4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EC7A5F-E4E4-0CCE-1C72-7FFC5C782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F5805-6AD5-5192-B03F-6957F2292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1EBD3-FA66-F455-C6CE-FD3923E1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21B9D-3F1B-7783-C1DE-8A7392B8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3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D0EF-8552-07F8-8D08-AF12C906E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8C1DF9-0BA1-047C-DB19-F6773E7C4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F2657-3356-81CD-F23C-A2BFE0A7A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D3A30-98DE-BEE4-6AC4-74A3E90C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3D46F-F4FC-8985-CD50-5312D180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227D4-0AEC-70B0-2334-2F4B391D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4A4D-0474-8356-1769-D9F5D72E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2DD95-6FF5-AB76-52A4-E693A3CDD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B8658-EC31-BB06-87B4-13C75A320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BD17E-EFAB-B5E9-6C32-3AF86F36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C37EC-809F-A103-1F5A-C30C2128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4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962079-EE4A-CB7B-394B-DEA14DE1B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0241C-B375-04DF-F0B7-BAA3A6E8B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0C9DE-E465-6B59-EBBD-7478BED3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99862-A51C-2E96-6D50-E4BD06507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D1174-9240-5C1E-5420-31BF03578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2BAFE8-EEE7-B06D-3034-3460C830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02307-8D8B-DD89-3CD7-847B5A55D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B2186-B85B-7E05-B15A-F60F0FF24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58D69-14C2-46C3-8DFE-134A2CAE8422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A985C-FE80-9DFF-C805-0C79A241C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C2AA9-5197-7144-4F52-EE8FE67F6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83FABF-3DAB-45D0-A312-ABCD889CBA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43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F820A2-C972-DAE1-6C65-81829145F73F}"/>
              </a:ext>
            </a:extLst>
          </p:cNvPr>
          <p:cNvSpPr/>
          <p:nvPr/>
        </p:nvSpPr>
        <p:spPr>
          <a:xfrm>
            <a:off x="0" y="3033214"/>
            <a:ext cx="2647665" cy="7915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 (</a:t>
            </a:r>
            <a:r>
              <a:rPr lang="ja-JP" altLang="en-US" dirty="0"/>
              <a:t>事業所</a:t>
            </a:r>
            <a:r>
              <a:rPr lang="en-US" dirty="0"/>
              <a:t>: 310)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8E5A43-5C98-94CF-20EF-8C94743BB789}"/>
              </a:ext>
            </a:extLst>
          </p:cNvPr>
          <p:cNvGrpSpPr/>
          <p:nvPr/>
        </p:nvGrpSpPr>
        <p:grpSpPr>
          <a:xfrm>
            <a:off x="4012441" y="327546"/>
            <a:ext cx="3889612" cy="1188198"/>
            <a:chOff x="4012441" y="327546"/>
            <a:chExt cx="3889612" cy="118819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C3BB5AC-136D-5C0C-E878-5DDBCAAAD5B6}"/>
                </a:ext>
              </a:extLst>
            </p:cNvPr>
            <p:cNvSpPr/>
            <p:nvPr/>
          </p:nvSpPr>
          <p:spPr>
            <a:xfrm>
              <a:off x="4012441" y="327546"/>
              <a:ext cx="3698544" cy="4094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Search</a:t>
              </a:r>
              <a:r>
                <a:rPr lang="en-US" altLang="ja-JP" dirty="0"/>
                <a:t>(</a:t>
              </a:r>
              <a:r>
                <a:rPr lang="ja-JP" altLang="en-US" sz="1400" dirty="0"/>
                <a:t>検索</a:t>
              </a:r>
              <a:r>
                <a:rPr lang="en-US" sz="1600" dirty="0"/>
                <a:t>)</a:t>
              </a:r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CE7386-C58C-70B6-73A8-7B68ED0470B8}"/>
                </a:ext>
              </a:extLst>
            </p:cNvPr>
            <p:cNvSpPr txBox="1"/>
            <p:nvPr/>
          </p:nvSpPr>
          <p:spPr>
            <a:xfrm>
              <a:off x="4012441" y="736979"/>
              <a:ext cx="38896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Main Grid: T0000RR_Juchuu_RCS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6C2DFC-D921-B17D-FAEB-482F4425E1BA}"/>
                </a:ext>
              </a:extLst>
            </p:cNvPr>
            <p:cNvSpPr txBox="1"/>
            <p:nvPr/>
          </p:nvSpPr>
          <p:spPr>
            <a:xfrm>
              <a:off x="4012441" y="1146412"/>
              <a:ext cx="38896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Select row show Grid: SI_SEINOUDATA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FF9725-9B08-39BD-AEBF-8A0FCBC4EE3D}"/>
              </a:ext>
            </a:extLst>
          </p:cNvPr>
          <p:cNvCxnSpPr/>
          <p:nvPr/>
        </p:nvCxnSpPr>
        <p:spPr>
          <a:xfrm flipV="1">
            <a:off x="2361063" y="736979"/>
            <a:ext cx="1501253" cy="2142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B545035-0F9E-5EE5-C843-226428496981}"/>
              </a:ext>
            </a:extLst>
          </p:cNvPr>
          <p:cNvSpPr/>
          <p:nvPr/>
        </p:nvSpPr>
        <p:spPr>
          <a:xfrm>
            <a:off x="3985145" y="3224282"/>
            <a:ext cx="3698544" cy="4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 Master Edit </a:t>
            </a:r>
            <a:r>
              <a:rPr lang="en-US" altLang="ja-JP" sz="1200" dirty="0"/>
              <a:t>(</a:t>
            </a:r>
            <a:r>
              <a:rPr lang="ja-JP" altLang="en-US" sz="1200" dirty="0"/>
              <a:t>分析マスタ編集</a:t>
            </a:r>
            <a:r>
              <a:rPr lang="en-US" altLang="ja-JP" sz="1200" dirty="0"/>
              <a:t>)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6BB04D-6465-9891-9E13-6C59BBCB1F9F}"/>
              </a:ext>
            </a:extLst>
          </p:cNvPr>
          <p:cNvSpPr/>
          <p:nvPr/>
        </p:nvSpPr>
        <p:spPr>
          <a:xfrm>
            <a:off x="4012441" y="5751686"/>
            <a:ext cx="3698544" cy="4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Master Edit </a:t>
            </a:r>
            <a:r>
              <a:rPr lang="en-US" altLang="ja-JP" sz="1200" dirty="0"/>
              <a:t>(</a:t>
            </a:r>
            <a:r>
              <a:rPr lang="ja-JP" altLang="en-US" sz="1200" dirty="0"/>
              <a:t>マスタ編集</a:t>
            </a:r>
            <a:r>
              <a:rPr lang="en-US" altLang="ja-JP" sz="1200" dirty="0"/>
              <a:t>)</a:t>
            </a:r>
            <a:endParaRPr lang="en-US" sz="1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27680A0-102E-7CB7-9D98-690E504C8FA1}"/>
              </a:ext>
            </a:extLst>
          </p:cNvPr>
          <p:cNvCxnSpPr>
            <a:cxnSpLocks/>
          </p:cNvCxnSpPr>
          <p:nvPr/>
        </p:nvCxnSpPr>
        <p:spPr>
          <a:xfrm>
            <a:off x="2906973" y="3428998"/>
            <a:ext cx="9553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557F95-E5F7-9E5E-3505-2A20DB1095D9}"/>
              </a:ext>
            </a:extLst>
          </p:cNvPr>
          <p:cNvCxnSpPr>
            <a:cxnSpLocks/>
          </p:cNvCxnSpPr>
          <p:nvPr/>
        </p:nvCxnSpPr>
        <p:spPr>
          <a:xfrm>
            <a:off x="2361063" y="3978320"/>
            <a:ext cx="1501253" cy="1576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E6986CA-59D4-C509-6025-F2274C61448E}"/>
              </a:ext>
            </a:extLst>
          </p:cNvPr>
          <p:cNvCxnSpPr>
            <a:cxnSpLocks/>
          </p:cNvCxnSpPr>
          <p:nvPr/>
        </p:nvCxnSpPr>
        <p:spPr>
          <a:xfrm flipV="1">
            <a:off x="8052178" y="563961"/>
            <a:ext cx="1501255" cy="19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6AA841-0F0D-7AD9-E99C-B262C35BEDC2}"/>
              </a:ext>
            </a:extLst>
          </p:cNvPr>
          <p:cNvCxnSpPr>
            <a:cxnSpLocks/>
          </p:cNvCxnSpPr>
          <p:nvPr/>
        </p:nvCxnSpPr>
        <p:spPr>
          <a:xfrm>
            <a:off x="8204578" y="735843"/>
            <a:ext cx="1348855" cy="595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D3DE8C5-D1E3-DE66-47FD-EE411DC1C0E8}"/>
              </a:ext>
            </a:extLst>
          </p:cNvPr>
          <p:cNvSpPr/>
          <p:nvPr/>
        </p:nvSpPr>
        <p:spPr>
          <a:xfrm>
            <a:off x="9894626" y="274589"/>
            <a:ext cx="1501255" cy="4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Create New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A65996-C20E-8C55-A3C1-43EFBF99CAD6}"/>
              </a:ext>
            </a:extLst>
          </p:cNvPr>
          <p:cNvSpPr/>
          <p:nvPr/>
        </p:nvSpPr>
        <p:spPr>
          <a:xfrm>
            <a:off x="9942393" y="1288217"/>
            <a:ext cx="1501255" cy="409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Update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560E47-B787-0E17-86D9-F59457AC6A2E}"/>
              </a:ext>
            </a:extLst>
          </p:cNvPr>
          <p:cNvSpPr/>
          <p:nvPr/>
        </p:nvSpPr>
        <p:spPr>
          <a:xfrm>
            <a:off x="9717206" y="163773"/>
            <a:ext cx="2033516" cy="1672841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A2E63E-BBBD-BCFC-7C43-5CB41762DFF2}"/>
              </a:ext>
            </a:extLst>
          </p:cNvPr>
          <p:cNvSpPr txBox="1"/>
          <p:nvPr/>
        </p:nvSpPr>
        <p:spPr>
          <a:xfrm>
            <a:off x="9942393" y="815527"/>
            <a:ext cx="1644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Register Screen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AEC7D9-68B9-DB65-3BE9-CE1ABD84FCF0}"/>
              </a:ext>
            </a:extLst>
          </p:cNvPr>
          <p:cNvSpPr txBox="1"/>
          <p:nvPr/>
        </p:nvSpPr>
        <p:spPr>
          <a:xfrm>
            <a:off x="3985145" y="2814849"/>
            <a:ext cx="3698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Grid: </a:t>
            </a:r>
            <a:r>
              <a:rPr lang="en-US" dirty="0" err="1"/>
              <a:t>VI_Product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873A63-A94D-46C1-90B7-D0E56108845E}"/>
              </a:ext>
            </a:extLst>
          </p:cNvPr>
          <p:cNvSpPr txBox="1"/>
          <p:nvPr/>
        </p:nvSpPr>
        <p:spPr>
          <a:xfrm>
            <a:off x="3998793" y="3673816"/>
            <a:ext cx="3671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* FROM VI_PRODUCT WHERE </a:t>
            </a:r>
            <a:r>
              <a:rPr lang="en-US" dirty="0" err="1"/>
              <a:t>UserHinban</a:t>
            </a:r>
            <a:r>
              <a:rPr lang="en-US" dirty="0"/>
              <a:t> LIKE  ‘%</a:t>
            </a:r>
            <a:r>
              <a:rPr lang="en-US" altLang="ja-JP" dirty="0"/>
              <a:t>keyword%'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3B8951-FE53-7478-5C12-96CF707C8CEB}"/>
              </a:ext>
            </a:extLst>
          </p:cNvPr>
          <p:cNvSpPr txBox="1"/>
          <p:nvPr/>
        </p:nvSpPr>
        <p:spPr>
          <a:xfrm>
            <a:off x="3985145" y="4408227"/>
            <a:ext cx="357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SI_SEINOUMST (Delete / </a:t>
            </a:r>
            <a:r>
              <a:rPr lang="en-US" dirty="0" err="1"/>
              <a:t>Instert</a:t>
            </a:r>
            <a:r>
              <a:rPr lang="en-US" dirty="0"/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DD2DB1-20EC-DE90-D453-885C4A3B43C8}"/>
              </a:ext>
            </a:extLst>
          </p:cNvPr>
          <p:cNvSpPr txBox="1"/>
          <p:nvPr/>
        </p:nvSpPr>
        <p:spPr>
          <a:xfrm>
            <a:off x="9242945" y="1858912"/>
            <a:ext cx="304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Update/Insert SI_SEINOUDATA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EA1CFA-7834-FE30-A42C-83559A76E813}"/>
              </a:ext>
            </a:extLst>
          </p:cNvPr>
          <p:cNvSpPr txBox="1"/>
          <p:nvPr/>
        </p:nvSpPr>
        <p:spPr>
          <a:xfrm>
            <a:off x="4012441" y="5336275"/>
            <a:ext cx="6332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Select/Insert/Delete: SI_TANTOU Where JIGYOUSHO = '</a:t>
            </a:r>
            <a:r>
              <a:rPr lang="ja-JP" altLang="en-US" dirty="0"/>
              <a:t>項目①</a:t>
            </a:r>
            <a:r>
              <a:rPr lang="en-US" altLang="ja-JP" dirty="0"/>
              <a:t>'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FFE05B-264A-D23F-4075-FB450C32F4E9}"/>
              </a:ext>
            </a:extLst>
          </p:cNvPr>
          <p:cNvSpPr txBox="1"/>
          <p:nvPr/>
        </p:nvSpPr>
        <p:spPr>
          <a:xfrm>
            <a:off x="4012441" y="6264323"/>
            <a:ext cx="6332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Select/Insert/Delete: SI_MEMO Where JIGYOUSHO = '</a:t>
            </a:r>
            <a:r>
              <a:rPr lang="ja-JP" altLang="en-US" dirty="0"/>
              <a:t>項目①</a:t>
            </a:r>
            <a:r>
              <a:rPr lang="en-US" altLang="ja-JP" dirty="0"/>
              <a:t>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88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08FA87E-5BD3-2624-9C27-E4E929A0B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55" y="272808"/>
            <a:ext cx="11107994" cy="89723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ja-JP" altLang="en-US" dirty="0"/>
              <a:t>支店コードは起動パラメータとして使用しますか？このパラメータは入力値ですか、それともデフォルト設定されますか？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AB983A-3FD9-9FF5-5C0F-A97CDC56A797}"/>
              </a:ext>
            </a:extLst>
          </p:cNvPr>
          <p:cNvSpPr txBox="1">
            <a:spLocks/>
          </p:cNvSpPr>
          <p:nvPr/>
        </p:nvSpPr>
        <p:spPr>
          <a:xfrm>
            <a:off x="958647" y="1370814"/>
            <a:ext cx="7086599" cy="897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>
                <a:solidFill>
                  <a:schemeClr val="accent1"/>
                </a:solidFill>
              </a:rPr>
              <a:t>起動パラメータとして使用します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D21639-BA55-EF25-F56B-5C8484DBCB2C}"/>
              </a:ext>
            </a:extLst>
          </p:cNvPr>
          <p:cNvSpPr txBox="1">
            <a:spLocks/>
          </p:cNvSpPr>
          <p:nvPr/>
        </p:nvSpPr>
        <p:spPr>
          <a:xfrm>
            <a:off x="3335594" y="1976139"/>
            <a:ext cx="7086599" cy="897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>
                <a:solidFill>
                  <a:schemeClr val="accent1"/>
                </a:solidFill>
              </a:rPr>
              <a:t>実行コマンド　</a:t>
            </a:r>
            <a:r>
              <a:rPr lang="en-US" altLang="ja-JP" dirty="0">
                <a:solidFill>
                  <a:schemeClr val="accent1"/>
                </a:solidFill>
              </a:rPr>
              <a:t>App.exe</a:t>
            </a:r>
            <a:r>
              <a:rPr lang="ja-JP" altLang="en-US" dirty="0">
                <a:solidFill>
                  <a:schemeClr val="accent1"/>
                </a:solidFill>
              </a:rPr>
              <a:t>　　　支店コード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84AE329-02C7-57FD-FE17-10F09191A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47" y="3720905"/>
            <a:ext cx="10321413" cy="267485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3F71261-616A-37E9-D0E9-9A8E2FD110A4}"/>
              </a:ext>
            </a:extLst>
          </p:cNvPr>
          <p:cNvSpPr txBox="1">
            <a:spLocks/>
          </p:cNvSpPr>
          <p:nvPr/>
        </p:nvSpPr>
        <p:spPr>
          <a:xfrm>
            <a:off x="228600" y="2873369"/>
            <a:ext cx="10193593" cy="511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dirty="0"/>
              <a:t>T0000RR_Juchuu_RCS</a:t>
            </a:r>
            <a:r>
              <a:rPr lang="ja-JP" altLang="en-US" dirty="0"/>
              <a:t>　</a:t>
            </a:r>
            <a:r>
              <a:rPr lang="en-US" altLang="ja-JP" dirty="0"/>
              <a:t>WHERE</a:t>
            </a:r>
            <a:r>
              <a:rPr lang="ja-JP" altLang="en-US" dirty="0"/>
              <a:t>　</a:t>
            </a:r>
            <a:r>
              <a:rPr lang="en-US" altLang="ja-JP" dirty="0" err="1"/>
              <a:t>ShukkaKyotenCD</a:t>
            </a:r>
            <a:r>
              <a:rPr lang="en-US" altLang="ja-JP" dirty="0"/>
              <a:t> = </a:t>
            </a:r>
            <a:r>
              <a:rPr lang="ja-JP" altLang="en-US" dirty="0"/>
              <a:t>　支店コード</a:t>
            </a:r>
            <a:endParaRPr lang="ja-JP" altLang="en-US" dirty="0">
              <a:solidFill>
                <a:schemeClr val="accent1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46E5306-7DC9-5141-EDC0-57431399294F}"/>
              </a:ext>
            </a:extLst>
          </p:cNvPr>
          <p:cNvSpPr txBox="1">
            <a:spLocks/>
          </p:cNvSpPr>
          <p:nvPr/>
        </p:nvSpPr>
        <p:spPr>
          <a:xfrm>
            <a:off x="8045246" y="1662719"/>
            <a:ext cx="2671915" cy="1766281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ja-JP" altLang="en-US" dirty="0">
              <a:solidFill>
                <a:schemeClr val="accent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68BF3CE-A364-C83F-628A-0417340A6F6A}"/>
              </a:ext>
            </a:extLst>
          </p:cNvPr>
          <p:cNvSpPr txBox="1">
            <a:spLocks/>
          </p:cNvSpPr>
          <p:nvPr/>
        </p:nvSpPr>
        <p:spPr>
          <a:xfrm>
            <a:off x="8046476" y="3429000"/>
            <a:ext cx="1334728" cy="3306097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ja-JP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209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F0CED-22F2-917A-4C8E-8D8535BD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E74D93-9F78-5574-AA38-BE1CFB61747D}"/>
              </a:ext>
            </a:extLst>
          </p:cNvPr>
          <p:cNvSpPr txBox="1">
            <a:spLocks/>
          </p:cNvSpPr>
          <p:nvPr/>
        </p:nvSpPr>
        <p:spPr>
          <a:xfrm>
            <a:off x="562897" y="822849"/>
            <a:ext cx="10515600" cy="1271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２．デフォルト表示では、</a:t>
            </a:r>
            <a:r>
              <a:rPr lang="en-US" altLang="ja-JP" dirty="0"/>
              <a:t>Search</a:t>
            </a:r>
            <a:r>
              <a:rPr lang="ja-JP" altLang="en-US" dirty="0"/>
              <a:t>コンポーネントを表示しますか？それとも何も表示しませんか？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B3E27E6-9987-41EB-610B-F4B077DA7A2F}"/>
              </a:ext>
            </a:extLst>
          </p:cNvPr>
          <p:cNvSpPr txBox="1">
            <a:spLocks/>
          </p:cNvSpPr>
          <p:nvPr/>
        </p:nvSpPr>
        <p:spPr>
          <a:xfrm>
            <a:off x="491613" y="2408118"/>
            <a:ext cx="11208773" cy="2355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>
                <a:solidFill>
                  <a:schemeClr val="accent1"/>
                </a:solidFill>
              </a:rPr>
              <a:t>サーチコンポーネントが空グリッドの事を指しているのであれば</a:t>
            </a:r>
            <a:endParaRPr lang="en-US" altLang="ja-JP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chemeClr val="accent1"/>
                </a:solidFill>
              </a:rPr>
              <a:t>空のグリッドを表示して下さい</a:t>
            </a:r>
          </a:p>
        </p:txBody>
      </p:sp>
    </p:spTree>
    <p:extLst>
      <p:ext uri="{BB962C8B-B14F-4D97-AF65-F5344CB8AC3E}">
        <p14:creationId xmlns:p14="http://schemas.microsoft.com/office/powerpoint/2010/main" val="4083803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79544-D166-1004-4C70-BAEF9003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7B5A9-45E9-9C17-90DC-1F4AB9BD0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77" y="399571"/>
            <a:ext cx="10515600" cy="146855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ja-JP" dirty="0"/>
              <a:t>Search</a:t>
            </a:r>
            <a:r>
              <a:rPr lang="ja-JP" altLang="en-US" dirty="0"/>
              <a:t>のクエリは</a:t>
            </a:r>
            <a:r>
              <a:rPr lang="en-US" altLang="ja-JP" dirty="0"/>
              <a:t>T0000RR_Juchuu_RCS</a:t>
            </a:r>
            <a:r>
              <a:rPr lang="ja-JP" altLang="en-US" dirty="0"/>
              <a:t>テーブルを対象としていますが、表示データの説明は</a:t>
            </a:r>
            <a:r>
              <a:rPr lang="en-US" altLang="ja-JP" dirty="0"/>
              <a:t>SI_SEINOUDATA</a:t>
            </a:r>
            <a:r>
              <a:rPr lang="ja-JP" altLang="en-US" dirty="0"/>
              <a:t>テーブルとなっています。この認識で正しいでしょうか？</a:t>
            </a:r>
            <a:endParaRPr lang="en-US" altLang="ja-JP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6C460E-C341-229A-91F6-F5268A958826}"/>
              </a:ext>
            </a:extLst>
          </p:cNvPr>
          <p:cNvSpPr txBox="1">
            <a:spLocks/>
          </p:cNvSpPr>
          <p:nvPr/>
        </p:nvSpPr>
        <p:spPr>
          <a:xfrm>
            <a:off x="630778" y="2109521"/>
            <a:ext cx="11208773" cy="1637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>
                <a:solidFill>
                  <a:schemeClr val="accent1"/>
                </a:solidFill>
              </a:rPr>
              <a:t>誤記です。申し訳ありません</a:t>
            </a:r>
            <a:endParaRPr lang="en-US" altLang="ja-JP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chemeClr val="accent1"/>
                </a:solidFill>
              </a:rPr>
              <a:t>仕様書の方を変更しました</a:t>
            </a:r>
            <a:endParaRPr lang="en-US" altLang="ja-JP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ja-JP" altLang="en-US" dirty="0">
              <a:solidFill>
                <a:schemeClr val="accent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3E7DDAB-1659-4F78-49F2-2DABB511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68" y="2952972"/>
            <a:ext cx="8528061" cy="350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12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C207B-80E4-0640-B6D6-E39F5945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A229B-0290-EA54-D2D1-6C8600C56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29" y="473925"/>
            <a:ext cx="10515600" cy="1364707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新規／編集時、項目</a:t>
            </a:r>
            <a:r>
              <a:rPr lang="en-US" altLang="ja-JP" dirty="0"/>
              <a:t>16</a:t>
            </a:r>
            <a:r>
              <a:rPr lang="ja-JP" altLang="en-US" dirty="0"/>
              <a:t>の数値は固定値ですか？固定値の場合、その値はいくつですか？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6ABCCF7-226F-61E9-D069-6711F5F39BE9}"/>
              </a:ext>
            </a:extLst>
          </p:cNvPr>
          <p:cNvSpPr txBox="1">
            <a:spLocks/>
          </p:cNvSpPr>
          <p:nvPr/>
        </p:nvSpPr>
        <p:spPr>
          <a:xfrm>
            <a:off x="715298" y="1725169"/>
            <a:ext cx="11208773" cy="1259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>
                <a:solidFill>
                  <a:schemeClr val="accent1"/>
                </a:solidFill>
              </a:rPr>
              <a:t>仕様書に追加しました</a:t>
            </a:r>
            <a:endParaRPr lang="en-US" altLang="ja-JP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ja-JP" altLang="en-US" dirty="0">
              <a:solidFill>
                <a:schemeClr val="accent1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F1BAB31-1DE5-60C7-65B5-A65EA86B2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61" y="2725175"/>
            <a:ext cx="10515600" cy="266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708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275</Words>
  <Application>Microsoft Office PowerPoint</Application>
  <PresentationFormat>ワイド画面</PresentationFormat>
  <Paragraphs>27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Quỳnh Hữu</dc:creator>
  <cp:lastModifiedBy>雅和 川口</cp:lastModifiedBy>
  <cp:revision>3</cp:revision>
  <dcterms:created xsi:type="dcterms:W3CDTF">2026-04-23T08:26:03Z</dcterms:created>
  <dcterms:modified xsi:type="dcterms:W3CDTF">2026-04-24T01:50:49Z</dcterms:modified>
</cp:coreProperties>
</file>